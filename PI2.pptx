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5" r:id="rId6"/>
    <p:sldId id="259" r:id="rId7"/>
    <p:sldId id="271" r:id="rId8"/>
    <p:sldId id="272" r:id="rId9"/>
    <p:sldId id="273" r:id="rId10"/>
    <p:sldId id="274" r:id="rId11"/>
    <p:sldId id="276" r:id="rId12"/>
    <p:sldId id="27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908F7-2305-86DC-9220-988500F1F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D69676-D993-BE93-47EA-105E17B2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4DEE1F-B837-8565-2DCA-2EFA307E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55DBE6-1674-0E6E-B09D-F5AEF06B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10F9BD-FEAD-1A2F-5D9E-D8045F29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58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C4242-1EA5-1F1F-96BB-7C53962B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67ADF4-4863-EDA8-9507-922212BB2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143EA4-BA25-4990-28C7-0D5982BD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535DAA-158A-298F-5C9C-DE2FF362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1E6BAA-97CF-4F3D-C1E7-8474396F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726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95537-B6B9-C401-AC75-0E74E802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BE8F90-56FE-93E3-DAC3-B5F6EB28D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BFB70B-B208-522C-14CE-0F7D5E1F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1B3E2-7DD8-D243-7803-DD86DE88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83FB2E-F36F-1DC9-EA77-E481DB3A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40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932B5-F1D4-017D-DA45-2521BF9F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E0E5E5-586C-D118-24D8-B74982F4A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6E7CFA-FF91-D11F-C291-F09D7FC54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C5216B-2D5D-A698-86A2-5D6F0F22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1C18EE-70F6-4918-24C7-15D79EBF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E50AAD-B8B7-279D-F632-EFF2F95B5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67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89A9E-EA44-5A66-1AE4-6C2C0E6A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BB103D-9925-0D73-4B9A-AE6C3FC0A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D82BE7-520A-E1EA-F614-6EA6C0F87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14175F-C2F2-A29D-A231-2A3D53E6E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E866106-C2D0-A401-D9F5-6023F4B50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4F57455-BA35-1489-5026-BF681012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F19472-95AF-FB6D-0B38-E6D21CDFC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56D834-D1A7-3F33-9808-E63C96AF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13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23039-A640-AF7D-6B01-ADC0BEB7C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078C953-6CFF-7711-6E8D-06B422C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718AD1-20FA-9E1B-BA15-3EF8700A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BE305D-0E67-DD2F-8D62-1DCC6906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11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109EF1-7916-223D-4D06-6E323118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518D9C-B87C-C949-EE61-894256CC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3A3E1-8375-9DBA-CA95-F0D77F7E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60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765CE-125C-CC39-B4A4-16D36F24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12D39F-AEEC-050A-BD98-3CE0B50FF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5B1C81-BFF5-3ABC-D002-05224DF40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6A7D56-BCF2-A063-C812-190D867D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C994A2-96ED-1C9D-962A-56F0CBE9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9D15C5-1D49-3029-F0E2-8169A719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80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3C77E-94AD-80B8-72C8-E72B3CC65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1E231-549C-EA97-7CA6-EFDD70183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2ABE2A-6996-1F4B-1B93-9998D83AF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01628A-624A-E882-6581-9D06EE73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E9E1D9-EECE-FB35-2FBA-F8F4509BA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5F8596-B51D-1575-0AF3-0AB7D9C1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27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87CD2-4883-AE48-EF32-1645B61D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2B7FFD-42AD-410E-6E92-179A4AB0D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AF3B8A-7382-D54B-ACBA-9C7EE843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563648-D4B0-7F4A-CDC3-6C7CD4B8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76F875-CCC6-920E-7AA0-A60E9656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890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940BD07-FAFE-048E-1C0B-65173C956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798B8D-35B9-B06E-3CE8-68029D9C4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69C1F3-ED75-4C78-2ABB-22972A89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D1FB86-AB65-B9B3-CF89-AE9929E6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19B884-F8D7-2B28-C798-8B9A78C17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13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3A9CD-EA6F-0473-64E5-D54EBAA3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D06AAD-7435-A8E4-25E2-CB207D60C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AA190B-A7FB-CA47-5C25-F0E6989F9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2EF19-38F0-4476-BEFC-00CD3F5ECD13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D1AF1F-10A8-2052-9095-926587D57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9BAD37-845E-A012-296D-175BDBEB2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843FB-4358-495D-A9EA-AEC2CA197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880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55B74FB-FE2F-4030-6E4F-DB7EF02587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00C6679-FCEB-E60C-E2DB-AD2B799D2F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E16F2-7DA6-3CA6-9D92-50CEE786E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031009"/>
            <a:ext cx="10160000" cy="256785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Montserrat SemiBold" panose="00000700000000000000" pitchFamily="2" charset="-52"/>
              </a:rPr>
              <a:t>“</a:t>
            </a:r>
            <a:r>
              <a:rPr lang="en-US" b="1" kern="0" dirty="0" err="1">
                <a:solidFill>
                  <a:schemeClr val="bg1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GeoMaster</a:t>
            </a:r>
            <a:r>
              <a:rPr lang="ru-RU" sz="6000" b="1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—Изучение стран</a:t>
            </a:r>
            <a:r>
              <a:rPr lang="en-US" dirty="0">
                <a:solidFill>
                  <a:schemeClr val="bg1"/>
                </a:solidFill>
                <a:latin typeface="Montserrat SemiBold" panose="00000700000000000000" pitchFamily="2" charset="-52"/>
              </a:rPr>
              <a:t>” </a:t>
            </a:r>
            <a:endParaRPr lang="ru-RU" dirty="0">
              <a:solidFill>
                <a:schemeClr val="bg1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59FA41-2A9D-69CE-32D1-819B54604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3801991"/>
            <a:ext cx="9144000" cy="165576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Montserrat SemiBold" panose="00000700000000000000" pitchFamily="2" charset="-52"/>
              </a:rPr>
              <a:t>Проект по Программной инженерии</a:t>
            </a:r>
          </a:p>
        </p:txBody>
      </p:sp>
    </p:spTree>
    <p:extLst>
      <p:ext uri="{BB962C8B-B14F-4D97-AF65-F5344CB8AC3E}">
        <p14:creationId xmlns:p14="http://schemas.microsoft.com/office/powerpoint/2010/main" val="20014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1639216-B06F-8705-B174-CCA60CF69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9E1A3F-7D28-2083-1645-1771180432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F5F449C-6C18-7CD9-E6BA-C152C25D6212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3302000" cy="6176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Цель проекта: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9E6803-7463-D407-062F-8EFAED789032}"/>
              </a:ext>
            </a:extLst>
          </p:cNvPr>
          <p:cNvSpPr txBox="1">
            <a:spLocks/>
          </p:cNvSpPr>
          <p:nvPr/>
        </p:nvSpPr>
        <p:spPr>
          <a:xfrm>
            <a:off x="279400" y="984250"/>
            <a:ext cx="8166102" cy="8970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разработать десктопное приложение для изучения географии в формате викторины, позволяющее пользователю: проверять знания столиц стран мира, получать статистику правильных ответов, отслеживать прогресс обучения, настраивать сложность игры.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2676F2A-2B02-F8F0-1D11-56FCB79E66D5}"/>
              </a:ext>
            </a:extLst>
          </p:cNvPr>
          <p:cNvSpPr txBox="1">
            <a:spLocks/>
          </p:cNvSpPr>
          <p:nvPr/>
        </p:nvSpPr>
        <p:spPr>
          <a:xfrm>
            <a:off x="3581400" y="3266932"/>
            <a:ext cx="5181600" cy="6176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Актуальность проекта: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B3B4328-40B4-E5A8-B8E5-611E384BBE08}"/>
              </a:ext>
            </a:extLst>
          </p:cNvPr>
          <p:cNvSpPr txBox="1">
            <a:spLocks/>
          </p:cNvSpPr>
          <p:nvPr/>
        </p:nvSpPr>
        <p:spPr>
          <a:xfrm>
            <a:off x="3581400" y="3884541"/>
            <a:ext cx="8166102" cy="1709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Большинство людей сегодня учат столицы мира по старым атласам или скучным таблицам — это неэффективно и быстро забывается. Существующие приложения либо платные, либо требуют интернета и регистрации, либо работают только на телефонах.</a:t>
            </a:r>
          </a:p>
          <a:p>
            <a:pPr marL="0" indent="0">
              <a:buNone/>
            </a:pPr>
            <a:r>
              <a:rPr lang="ru-RU" sz="1800" b="1" dirty="0" err="1">
                <a:solidFill>
                  <a:schemeClr val="bg1"/>
                </a:solidFill>
                <a:latin typeface="Montserrat Light" panose="00000400000000000000" pitchFamily="2" charset="-52"/>
              </a:rPr>
              <a:t>GeoMaster</a:t>
            </a: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 решает эти проблемы: работает офлайн, не требует установки (достаточно Python), полностью бесплатный, превращает скучное заучивание в увлекательную игру с очками и статистикой.</a:t>
            </a:r>
          </a:p>
        </p:txBody>
      </p:sp>
    </p:spTree>
    <p:extLst>
      <p:ext uri="{BB962C8B-B14F-4D97-AF65-F5344CB8AC3E}">
        <p14:creationId xmlns:p14="http://schemas.microsoft.com/office/powerpoint/2010/main" val="3189418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E9EE04E-7C27-AB36-307D-3A5CDC4AE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541AF9D-F487-5E4E-8FD7-A10EB85910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04EE32-6729-06B6-7452-A0590B4C2840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3822700" cy="6176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Задачи проекта: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05D1735-C753-8291-5B99-DE2D368237D7}"/>
              </a:ext>
            </a:extLst>
          </p:cNvPr>
          <p:cNvSpPr txBox="1">
            <a:spLocks/>
          </p:cNvSpPr>
          <p:nvPr/>
        </p:nvSpPr>
        <p:spPr>
          <a:xfrm>
            <a:off x="298449" y="984250"/>
            <a:ext cx="8166102" cy="8970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1F7E5FF-C3A4-E7C8-0A40-31556380E096}"/>
              </a:ext>
            </a:extLst>
          </p:cNvPr>
          <p:cNvSpPr txBox="1">
            <a:spLocks/>
          </p:cNvSpPr>
          <p:nvPr/>
        </p:nvSpPr>
        <p:spPr>
          <a:xfrm>
            <a:off x="279399" y="1153354"/>
            <a:ext cx="11614152" cy="49907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>
                <a:solidFill>
                  <a:schemeClr val="bg1"/>
                </a:solidFill>
                <a:latin typeface="Montserrat Light" panose="00000400000000000000" pitchFamily="2" charset="-52"/>
              </a:rPr>
              <a:t>1 этап — Подготовительный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bg1"/>
                </a:solidFill>
                <a:latin typeface="Montserrat Light" panose="00000400000000000000" pitchFamily="2" charset="-52"/>
              </a:rPr>
              <a:t>2 этап — Разработка интерфейса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bg1"/>
                </a:solidFill>
                <a:latin typeface="Montserrat Light" panose="00000400000000000000" pitchFamily="2" charset="-52"/>
              </a:rPr>
              <a:t>3 этап — Реализация игровой логики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bg1"/>
                </a:solidFill>
                <a:latin typeface="Montserrat Light" panose="00000400000000000000" pitchFamily="2" charset="-52"/>
              </a:rPr>
              <a:t>4 этап — Система оценки и сложности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bg1"/>
                </a:solidFill>
                <a:latin typeface="Montserrat Light" panose="00000400000000000000" pitchFamily="2" charset="-52"/>
              </a:rPr>
              <a:t>5 этап — Статистика и обратная связь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bg1"/>
                </a:solidFill>
                <a:latin typeface="Montserrat Light" panose="00000400000000000000" pitchFamily="2" charset="-52"/>
              </a:rPr>
              <a:t>6 этап — Тестирование и доработка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21D0F09B-3097-01EA-B599-314C736D643C}"/>
              </a:ext>
            </a:extLst>
          </p:cNvPr>
          <p:cNvSpPr txBox="1">
            <a:spLocks/>
          </p:cNvSpPr>
          <p:nvPr/>
        </p:nvSpPr>
        <p:spPr>
          <a:xfrm>
            <a:off x="298449" y="3037439"/>
            <a:ext cx="8166102" cy="6455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67101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>
            <a:extLst>
              <a:ext uri="{FF2B5EF4-FFF2-40B4-BE49-F238E27FC236}">
                <a16:creationId xmlns:a16="http://schemas.microsoft.com/office/drawing/2014/main" id="{F186115F-A6BC-6B27-526B-6A856813A6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5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A1C0C2D-A9A1-926B-177B-F49F1F1607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1301F56-1449-A6CF-5FF1-C2B9B9BA70D9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6781800" cy="1030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Требования к проекту: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87DE00E-BDC9-9A85-1C4B-750381F8D32B}"/>
              </a:ext>
            </a:extLst>
          </p:cNvPr>
          <p:cNvSpPr txBox="1">
            <a:spLocks/>
          </p:cNvSpPr>
          <p:nvPr/>
        </p:nvSpPr>
        <p:spPr>
          <a:xfrm>
            <a:off x="279400" y="1763640"/>
            <a:ext cx="10709442" cy="41879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Язык реализации: Python 3.x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GUI-библиотека: </a:t>
            </a:r>
            <a:r>
              <a:rPr lang="ru-RU" sz="1800" dirty="0" err="1">
                <a:solidFill>
                  <a:schemeClr val="bg1"/>
                </a:solidFill>
                <a:latin typeface="Montserrat Light" panose="00000400000000000000" pitchFamily="2" charset="-52"/>
              </a:rPr>
              <a:t>tkinter</a:t>
            </a: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 (встроенная, не требует установки)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Хранение данных: отсутствует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Кроссплатформенность: Работает на Windows, </a:t>
            </a:r>
            <a:r>
              <a:rPr lang="ru-RU" sz="1800" dirty="0" err="1">
                <a:solidFill>
                  <a:schemeClr val="bg1"/>
                </a:solidFill>
                <a:latin typeface="Montserrat Light" panose="00000400000000000000" pitchFamily="2" charset="-52"/>
              </a:rPr>
              <a:t>macOS</a:t>
            </a:r>
            <a:r>
              <a:rPr lang="ru-RU" sz="1800" dirty="0">
                <a:solidFill>
                  <a:schemeClr val="bg1"/>
                </a:solidFill>
                <a:latin typeface="Montserrat Light" panose="00000400000000000000" pitchFamily="2" charset="-52"/>
              </a:rPr>
              <a:t>, Linux</a:t>
            </a:r>
          </a:p>
        </p:txBody>
      </p:sp>
    </p:spTree>
    <p:extLst>
      <p:ext uri="{BB962C8B-B14F-4D97-AF65-F5344CB8AC3E}">
        <p14:creationId xmlns:p14="http://schemas.microsoft.com/office/powerpoint/2010/main" val="337021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842C-FC6E-0E89-04FF-431FE9A9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38910B85-9580-7585-8B24-49101F0D5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"/>
          <a:stretch>
            <a:fillRect/>
          </a:stretch>
        </p:blipFill>
        <p:spPr bwMode="auto">
          <a:xfrm>
            <a:off x="1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E182F0-FC26-A716-CC60-BAA2EA46E7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E67EF9-0698-A2EF-174D-4A5461B8110F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6781800" cy="1030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Функционал: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207D142-50F6-250B-FB09-4D5500A692A7}"/>
              </a:ext>
            </a:extLst>
          </p:cNvPr>
          <p:cNvSpPr txBox="1">
            <a:spLocks/>
          </p:cNvSpPr>
          <p:nvPr/>
        </p:nvSpPr>
        <p:spPr>
          <a:xfrm>
            <a:off x="279400" y="1763641"/>
            <a:ext cx="8166102" cy="47277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E951D-8C76-43F0-FF9E-0980E808E510}"/>
              </a:ext>
            </a:extLst>
          </p:cNvPr>
          <p:cNvSpPr txBox="1"/>
          <p:nvPr/>
        </p:nvSpPr>
        <p:spPr>
          <a:xfrm>
            <a:off x="478591" y="1286145"/>
            <a:ext cx="6104020" cy="540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2800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приложении отображается:</a:t>
            </a:r>
            <a:endParaRPr lang="ru-RU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Название игры;</a:t>
            </a:r>
            <a:endParaRPr lang="ru-RU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Вопрос;</a:t>
            </a:r>
            <a:endParaRPr lang="ru-RU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0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Статистика(счет, вопросы, точность)</a:t>
            </a:r>
            <a:r>
              <a:rPr lang="ru-RU" sz="2800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Кнопки</a:t>
            </a:r>
            <a:r>
              <a:rPr lang="ru-RU" sz="2800" kern="0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для выбора ответа.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Кнопка для перехода на следующий вопрос.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0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Всего стран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Кнопка сброса счета</a:t>
            </a:r>
            <a:endParaRPr lang="ru-RU" sz="2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E073E3-F22A-455C-A606-7EB14E91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168" y="1065141"/>
            <a:ext cx="5380241" cy="472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9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0DAE06E-F0CE-5231-2FC0-13F2F52A2C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"/>
          <a:stretch>
            <a:fillRect/>
          </a:stretch>
        </p:blipFill>
        <p:spPr bwMode="auto">
          <a:xfrm>
            <a:off x="1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B30B0F-4811-9EAC-DA33-4526F9BD03C6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6781800" cy="1030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Функционал: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AD393C1-B6E9-6EB4-C389-477903C60956}"/>
              </a:ext>
            </a:extLst>
          </p:cNvPr>
          <p:cNvSpPr txBox="1">
            <a:spLocks/>
          </p:cNvSpPr>
          <p:nvPr/>
        </p:nvSpPr>
        <p:spPr>
          <a:xfrm>
            <a:off x="279400" y="1763641"/>
            <a:ext cx="8166102" cy="47277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971E6A-D380-1F64-EA04-8179EB81BA49}"/>
              </a:ext>
            </a:extLst>
          </p:cNvPr>
          <p:cNvSpPr txBox="1"/>
          <p:nvPr/>
        </p:nvSpPr>
        <p:spPr>
          <a:xfrm>
            <a:off x="279400" y="1163476"/>
            <a:ext cx="45238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Пользователь может:</a:t>
            </a:r>
          </a:p>
          <a:p>
            <a:r>
              <a:rPr lang="ru-RU" dirty="0">
                <a:solidFill>
                  <a:schemeClr val="bg1"/>
                </a:solidFill>
              </a:rPr>
              <a:t>    выбирать 1 вариант ответа из четырех;</a:t>
            </a:r>
          </a:p>
          <a:p>
            <a:r>
              <a:rPr lang="ru-RU" dirty="0">
                <a:solidFill>
                  <a:schemeClr val="bg1"/>
                </a:solidFill>
              </a:rPr>
              <a:t>Переключаться на следующий вопрос.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Смотреть правильный вариант ответа.</a:t>
            </a:r>
          </a:p>
          <a:p>
            <a:r>
              <a:rPr lang="ru-RU" dirty="0">
                <a:solidFill>
                  <a:schemeClr val="bg1"/>
                </a:solidFill>
              </a:rPr>
              <a:t>Вопросы создаются случайно.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D4956D-3D6D-19D2-757D-1D37471A3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9" y="2846677"/>
            <a:ext cx="4523874" cy="334311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B8024E1-71FF-2B03-F42F-E2A4AD6D9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373" y="489465"/>
            <a:ext cx="4457348" cy="397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69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8E58-1DDD-647C-45E5-394315293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5AA240C-EF97-CA2E-400A-9B7586E3D5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"/>
          <a:stretch>
            <a:fillRect/>
          </a:stretch>
        </p:blipFill>
        <p:spPr bwMode="auto">
          <a:xfrm>
            <a:off x="1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B469EC1-8F51-DE12-60F0-62187B4506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3B9641-6BDB-18D6-6928-45A4E1A29DFC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6781800" cy="1030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Функционал: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3ABF637-6CA1-8DB7-8442-E9C92E7D22E4}"/>
              </a:ext>
            </a:extLst>
          </p:cNvPr>
          <p:cNvSpPr txBox="1">
            <a:spLocks/>
          </p:cNvSpPr>
          <p:nvPr/>
        </p:nvSpPr>
        <p:spPr>
          <a:xfrm>
            <a:off x="279400" y="1763641"/>
            <a:ext cx="8166102" cy="47277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FC57A-4646-04F1-B817-69DDC25B3EC2}"/>
              </a:ext>
            </a:extLst>
          </p:cNvPr>
          <p:cNvSpPr txBox="1"/>
          <p:nvPr/>
        </p:nvSpPr>
        <p:spPr>
          <a:xfrm>
            <a:off x="640927" y="1397000"/>
            <a:ext cx="6963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Приложение сбрасывает все данные. Приложение показывает результат только текущей сессии.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F302B9-A839-1076-E2A8-4F10F4A1D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27" y="2409972"/>
            <a:ext cx="5094702" cy="391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94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453D-A3FA-C76C-3144-022CC143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69C16EF-CFC7-E157-746C-D2409D3D4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"/>
          <a:stretch>
            <a:fillRect/>
          </a:stretch>
        </p:blipFill>
        <p:spPr bwMode="auto">
          <a:xfrm>
            <a:off x="1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CF8965A-E5E0-E0A1-AA1C-8A7B066F22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C229F8-BB32-FC33-52DF-5743222D922F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6781800" cy="1030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Функционал: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1030005-5C31-8C00-BFB6-16162E99A2C7}"/>
              </a:ext>
            </a:extLst>
          </p:cNvPr>
          <p:cNvSpPr txBox="1">
            <a:spLocks/>
          </p:cNvSpPr>
          <p:nvPr/>
        </p:nvSpPr>
        <p:spPr>
          <a:xfrm>
            <a:off x="279400" y="1763641"/>
            <a:ext cx="8166102" cy="47277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6D056-6A4B-473A-CD87-ABABE31EC944}"/>
              </a:ext>
            </a:extLst>
          </p:cNvPr>
          <p:cNvSpPr txBox="1"/>
          <p:nvPr/>
        </p:nvSpPr>
        <p:spPr>
          <a:xfrm>
            <a:off x="279400" y="1556084"/>
            <a:ext cx="57000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3. Пользователь может каждые 10 вопросов:</a:t>
            </a:r>
          </a:p>
          <a:p>
            <a:r>
              <a:rPr lang="ru-RU" dirty="0">
                <a:solidFill>
                  <a:schemeClr val="bg1"/>
                </a:solidFill>
              </a:rPr>
              <a:t>    Посмотреть свой счет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и точность;</a:t>
            </a:r>
          </a:p>
          <a:p>
            <a:r>
              <a:rPr lang="ru-RU" dirty="0">
                <a:solidFill>
                  <a:schemeClr val="bg1"/>
                </a:solidFill>
              </a:rPr>
              <a:t>    Количество пройденных вопросов</a:t>
            </a:r>
            <a:r>
              <a:rPr lang="en-US" dirty="0">
                <a:solidFill>
                  <a:schemeClr val="bg1"/>
                </a:solidFill>
              </a:rPr>
              <a:t>;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4. Также в левом нижнем углу находится количество стран в приложении.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84F395-39B2-A10D-166D-25A085883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9" y="3677051"/>
            <a:ext cx="4976731" cy="56353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401041-3B27-BE2B-0494-5E0EF42FD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99" y="4691921"/>
            <a:ext cx="2029108" cy="5715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474073D-E253-FB81-DF15-778AA5554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096" y="1556084"/>
            <a:ext cx="5178674" cy="45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25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9652-6931-4B64-9935-8F7F6690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D417C5E-8934-BC4A-8ED7-F277AB17ED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"/>
          <a:stretch>
            <a:fillRect/>
          </a:stretch>
        </p:blipFill>
        <p:spPr bwMode="auto">
          <a:xfrm>
            <a:off x="1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A589C0-0FC6-0E48-2B6F-C130C1E32E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75892F-F932-399A-11E6-1533EF01AAA0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6781800" cy="1030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Функционал: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2004CDC-CF3E-436F-63FB-CC173EE6CF99}"/>
              </a:ext>
            </a:extLst>
          </p:cNvPr>
          <p:cNvSpPr txBox="1">
            <a:spLocks/>
          </p:cNvSpPr>
          <p:nvPr/>
        </p:nvSpPr>
        <p:spPr>
          <a:xfrm>
            <a:off x="279400" y="1763641"/>
            <a:ext cx="8166102" cy="47277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E3AC0-88D0-8988-B479-34D4A656E6FA}"/>
              </a:ext>
            </a:extLst>
          </p:cNvPr>
          <p:cNvSpPr txBox="1"/>
          <p:nvPr/>
        </p:nvSpPr>
        <p:spPr>
          <a:xfrm>
            <a:off x="279400" y="1763640"/>
            <a:ext cx="5575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Пользователь может:</a:t>
            </a:r>
          </a:p>
          <a:p>
            <a:r>
              <a:rPr lang="ru-RU" dirty="0">
                <a:solidFill>
                  <a:schemeClr val="bg1"/>
                </a:solidFill>
              </a:rPr>
              <a:t>   Сбросить счет и начать заново;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02FADA-10C3-721A-7AB3-CF629E47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666" y="2600694"/>
            <a:ext cx="1676634" cy="53347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912C184-40E1-AD02-956C-05E663C5C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88" y="4076965"/>
            <a:ext cx="5255012" cy="21513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6982797-5CCC-4086-A021-A188A2A8E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698" y="1571206"/>
            <a:ext cx="4640119" cy="403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23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A3CFE-AC4B-9AC4-140D-4E19AAE6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33CCEDE-F7E8-CE21-6DCF-4C16480859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"/>
          <a:stretch>
            <a:fillRect/>
          </a:stretch>
        </p:blipFill>
        <p:spPr bwMode="auto">
          <a:xfrm>
            <a:off x="1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9ED48B-0352-32C1-661A-614A30404C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6CEEA8-DAE1-91C3-8675-E1A4443113EE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6781800" cy="1030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Функциональные требования к проекту: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2B1BC79-F5B4-538A-1F07-A1303D13FA30}"/>
              </a:ext>
            </a:extLst>
          </p:cNvPr>
          <p:cNvSpPr txBox="1">
            <a:spLocks/>
          </p:cNvSpPr>
          <p:nvPr/>
        </p:nvSpPr>
        <p:spPr>
          <a:xfrm>
            <a:off x="279400" y="1763641"/>
            <a:ext cx="8166102" cy="47277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2EE9F-1171-2168-6CE2-DBDD3D75121E}"/>
              </a:ext>
            </a:extLst>
          </p:cNvPr>
          <p:cNvSpPr txBox="1"/>
          <p:nvPr/>
        </p:nvSpPr>
        <p:spPr>
          <a:xfrm>
            <a:off x="279399" y="1397000"/>
            <a:ext cx="6104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Нельзя нажать кнопку для выбора следующего вопроса пока нет ответа.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8D4ED6-3E81-14AE-C953-FADB8271F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053" y="1874053"/>
            <a:ext cx="5258412" cy="37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5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EC88D-ACF8-E243-C770-858D1F30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6768C2E-D516-A846-604A-4002ED4541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"/>
          <a:stretch>
            <a:fillRect/>
          </a:stretch>
        </p:blipFill>
        <p:spPr bwMode="auto">
          <a:xfrm>
            <a:off x="1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0E8F99-EA45-5305-7093-B477F9B207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EBCFAA-F921-C180-6FF6-BC844EEB4136}"/>
              </a:ext>
            </a:extLst>
          </p:cNvPr>
          <p:cNvSpPr txBox="1">
            <a:spLocks/>
          </p:cNvSpPr>
          <p:nvPr/>
        </p:nvSpPr>
        <p:spPr>
          <a:xfrm>
            <a:off x="279400" y="366641"/>
            <a:ext cx="6781800" cy="1030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Montserrat SemiBold" panose="00000700000000000000" pitchFamily="2" charset="-52"/>
              </a:rPr>
              <a:t>Заключение: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636FB03-E455-DD47-6145-2D8B9A38EE69}"/>
              </a:ext>
            </a:extLst>
          </p:cNvPr>
          <p:cNvSpPr txBox="1">
            <a:spLocks/>
          </p:cNvSpPr>
          <p:nvPr/>
        </p:nvSpPr>
        <p:spPr>
          <a:xfrm>
            <a:off x="279400" y="1763641"/>
            <a:ext cx="8166102" cy="47277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800" dirty="0">
              <a:solidFill>
                <a:schemeClr val="bg1"/>
              </a:solidFill>
              <a:latin typeface="Montserrat Light" panose="000004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2D2A05-B224-4375-17FB-1786E3529512}"/>
              </a:ext>
            </a:extLst>
          </p:cNvPr>
          <p:cNvSpPr txBox="1"/>
          <p:nvPr/>
        </p:nvSpPr>
        <p:spPr>
          <a:xfrm>
            <a:off x="279399" y="1397000"/>
            <a:ext cx="61040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Мы с командой разработали приложение, которое поможет изучать столицы стран офлайн эффективно. Наш проект выглядит интуитивно понятным и увлекательным. В </a:t>
            </a:r>
            <a:r>
              <a:rPr lang="en-US" sz="2800" dirty="0">
                <a:solidFill>
                  <a:schemeClr val="bg1"/>
                </a:solidFill>
              </a:rPr>
              <a:t>“</a:t>
            </a:r>
            <a:r>
              <a:rPr lang="en-US" sz="2800" dirty="0" err="1">
                <a:solidFill>
                  <a:schemeClr val="bg1"/>
                </a:solidFill>
              </a:rPr>
              <a:t>GeoMaster</a:t>
            </a:r>
            <a:r>
              <a:rPr lang="en-US" sz="2800" dirty="0">
                <a:solidFill>
                  <a:schemeClr val="bg1"/>
                </a:solidFill>
              </a:rPr>
              <a:t>” </a:t>
            </a:r>
            <a:r>
              <a:rPr lang="ru-RU" sz="2800" dirty="0">
                <a:solidFill>
                  <a:schemeClr val="bg1"/>
                </a:solidFill>
              </a:rPr>
              <a:t>легко отслеживать свой прогресс. Советуем каждому попробовать изучать столицы стран в нашем приложении!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7791D3A-294E-AEDA-AF4D-514CA3CFB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168" y="1065141"/>
            <a:ext cx="5380241" cy="472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6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D699992-4AD0-CABD-340B-0BE3D762A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8875F0D-1779-A702-0280-046CA61FC9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97FF0-2877-0F66-C4CB-C68BD4ABBE4F}"/>
              </a:ext>
            </a:extLst>
          </p:cNvPr>
          <p:cNvSpPr txBox="1"/>
          <p:nvPr/>
        </p:nvSpPr>
        <p:spPr>
          <a:xfrm>
            <a:off x="2844530" y="2758880"/>
            <a:ext cx="6094378" cy="67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kern="0" dirty="0">
                <a:solidFill>
                  <a:schemeClr val="bg1"/>
                </a:solidFill>
                <a:effectLst/>
                <a:latin typeface="Montserrat SemiBold" panose="000007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Ссылка на </a:t>
            </a:r>
            <a:r>
              <a:rPr lang="en-US" b="1" kern="0" dirty="0">
                <a:solidFill>
                  <a:schemeClr val="bg1"/>
                </a:solidFill>
                <a:latin typeface="Montserrat SemiBold" panose="000007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ru-RU" sz="1800" b="1" kern="0" dirty="0">
                <a:solidFill>
                  <a:schemeClr val="bg1"/>
                </a:solidFill>
                <a:effectLst/>
                <a:latin typeface="Montserrat SemiBold" panose="000007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>
                <a:solidFill>
                  <a:schemeClr val="bg1"/>
                </a:solidFill>
              </a:rPr>
              <a:t>https://github.com/sashka4k/GeoMaster</a:t>
            </a:r>
            <a:endParaRPr lang="ru-RU" sz="1400" kern="100" dirty="0">
              <a:solidFill>
                <a:schemeClr val="bg1"/>
              </a:solidFill>
              <a:effectLst/>
              <a:latin typeface="Montserrat SemiBold" panose="00000700000000000000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9241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382</Words>
  <Application>Microsoft Office PowerPoint</Application>
  <PresentationFormat>Широкоэкранный</PresentationFormat>
  <Paragraphs>49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Courier New</vt:lpstr>
      <vt:lpstr>Montserrat Light</vt:lpstr>
      <vt:lpstr>Montserrat SemiBold</vt:lpstr>
      <vt:lpstr>Тема Office</vt:lpstr>
      <vt:lpstr>“GeoMaster —Изучение стран”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Мирошников</dc:creator>
  <cp:lastModifiedBy>Александр Мирошников</cp:lastModifiedBy>
  <cp:revision>32</cp:revision>
  <dcterms:created xsi:type="dcterms:W3CDTF">2026-04-09T07:26:56Z</dcterms:created>
  <dcterms:modified xsi:type="dcterms:W3CDTF">2026-05-21T03:56:08Z</dcterms:modified>
</cp:coreProperties>
</file>